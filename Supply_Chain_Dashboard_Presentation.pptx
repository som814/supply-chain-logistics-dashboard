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 Chain &amp; Logistics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Project</a:t>
            </a:r>
          </a:p>
          <a:p>
            <a:r>
              <a:t>Presented by: Somnath Sen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Develop an interactive dashboard to monitor revenue, inventory, suppliers, shipments and customers.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Power BI</a:t>
            </a:r>
            <a:br/>
            <a:r>
              <a:t>• PostgreSQL</a:t>
            </a:r>
            <a:br/>
            <a:r>
              <a:t>• SQL</a:t>
            </a:r>
            <a:br/>
            <a:r>
              <a:t>• Power Query</a:t>
            </a:r>
            <a:br/>
            <a:r>
              <a:t>• DAX</a:t>
            </a:r>
            <a:br/>
            <a:r>
              <a:t>• Excel/CSV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CSV Files</a:t>
            </a:r>
            <a:br/>
            <a:r>
              <a:t>↓</a:t>
            </a:r>
            <a:br/>
            <a:r>
              <a:t>PostgreSQL</a:t>
            </a:r>
            <a:br/>
            <a:r>
              <a:t>↓</a:t>
            </a:r>
            <a:br/>
            <a:r>
              <a:t>Power Query</a:t>
            </a:r>
            <a:br/>
            <a:r>
              <a:t>↓</a:t>
            </a:r>
            <a:br/>
            <a:r>
              <a:t>Data Model</a:t>
            </a:r>
            <a:br/>
            <a:r>
              <a:t>↓</a:t>
            </a:r>
            <a:br/>
            <a:r>
              <a:t>DAX</a:t>
            </a:r>
            <a:br/>
            <a:r>
              <a:t>↓</a:t>
            </a:r>
            <a:br/>
            <a:r>
              <a:t>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Revenue: 176.95M</a:t>
            </a:r>
            <a:br/>
            <a:r>
              <a:t>• Profit: 48.56M</a:t>
            </a:r>
            <a:br/>
            <a:r>
              <a:t>• Margin: 27.44%</a:t>
            </a:r>
            <a:br/>
            <a:r>
              <a:t>• Perfect Orders: 75%</a:t>
            </a:r>
            <a:br/>
            <a:r>
              <a:t>• Shipments: 8K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Lead Time</a:t>
            </a:r>
            <a:br/>
            <a:r>
              <a:t>Supplier Performance</a:t>
            </a:r>
            <a:br/>
            <a:r>
              <a:t>Unit Cost</a:t>
            </a:r>
            <a:br/>
            <a:r>
              <a:t>Order Quantity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Inventory Value</a:t>
            </a:r>
            <a:br/>
            <a:r>
              <a:t>Safety Stock</a:t>
            </a:r>
            <a:br/>
            <a:r>
              <a:t>Reorder Point</a:t>
            </a:r>
            <a:br/>
            <a:r>
              <a:t>Defective Units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Shipment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Shipment Cost</a:t>
            </a:r>
            <a:br/>
            <a:r>
              <a:t>Delivery %</a:t>
            </a:r>
            <a:br/>
            <a:r>
              <a:t>Carrier Delays</a:t>
            </a:r>
            <a:br/>
            <a:r>
              <a:t>Delay Reasons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Top Customers</a:t>
            </a:r>
            <a:br/>
            <a:r>
              <a:t>Channel Revenue</a:t>
            </a:r>
            <a:br/>
            <a:r>
              <a:t>Product Profit</a:t>
            </a:r>
            <a:br/>
            <a:r>
              <a:t>Monthly Trend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Better visibility</a:t>
            </a:r>
            <a:br/>
            <a:r>
              <a:t>• Faster decisions</a:t>
            </a:r>
            <a:br/>
            <a:r>
              <a:t>• Improved inventory planning</a:t>
            </a:r>
            <a:br/>
            <a:r>
              <a:t>• Reduced shipment delays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